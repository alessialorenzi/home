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754880" cy="4754880"/>
          </a:xfrm>
          <a:prstGeom prst="ellipse">
            <a:avLst/>
          </a:prstGeom>
          <a:solidFill>
            <a:srgbClr val="163B5C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377440"/>
            <a:ext cx="3291840" cy="3291840"/>
          </a:xfrm>
          <a:prstGeom prst="ellipse">
            <a:avLst/>
          </a:prstGeom>
          <a:solidFill>
            <a:srgbClr val="0B7A8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12801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PROGETTO BUNCHER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e migrazione del sistema di controllo dell'acceleratore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vecchio software Linux a una applicazione moderna e portatile per Windows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Documentazione tecnica &amp; diario di sviluppo</a:t>
            </a:r>
            <a:pPr indent="0" marL="0">
              <a:buNone/>
            </a:pPr>
            <a:r>
              <a:rPr lang="en-US" sz="12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Lavoro con l'assistente AI Claude  ·  v1.1 — 14 giugno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CONTESTO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Un'eredità da salvare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collega andato in pensione ha lasciato un sistema di controllo usato su un acceleratore di particelle per ricerca e didattica. Pilota gli amplificatori a radiofrequenza e i motori delle cavità acceleranti.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261518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240280"/>
            <a:ext cx="2615184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87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in C su Linux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Realizzato anni fa, prezioso ma difficile da mantenere.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01568" y="2240280"/>
            <a:ext cx="261518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2240280"/>
            <a:ext cx="2615184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487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VM si blocca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macchina Linux virtualizzata è instabile: il sistema si pianta spesso.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4768" y="2240280"/>
            <a:ext cx="261518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2240280"/>
            <a:ext cx="2615184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487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Interfaccia datata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Motif/X11 legata a Linux, non portabile su Windows.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trasformarlo in una applicazione moderna, leggera e portatile, su Windows, senza più virtualizzazioni.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FUNZIONE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 cosa fa il sistema BUNCHER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“cruscotto” con cui l'operatore regola due famiglie di apparati dell'acceleratore.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3931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Amplificatori a radiofrequenza (RF)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Alimentano le cavità che danno energia al fascio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regolano campo, fase, potenza, attenuazioni e guadagni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attivano i feedback di ampiezza e fase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73168" y="1691640"/>
            <a:ext cx="3931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Motori di accordo (tuning)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2860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Muovono le cavità per “accordarle” alla frequenza giusta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Comandi di spostamento lento e veloce, su e giù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Accensione e spegnimento amplificatori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703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 gestite dall'interfaccia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4041648"/>
            <a:ext cx="1591056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04164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Buncher (5/10 MHz)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95144" y="4041648"/>
            <a:ext cx="1591056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95144" y="404164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Postchopper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4041648"/>
            <a:ext cx="1591056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404164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68696" y="4041648"/>
            <a:ext cx="1591056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8696" y="404164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Cavità passiva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05472" y="4041648"/>
            <a:ext cx="1591056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404164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Selettore di fase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ARCHITETTURA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Com'è fatto il sistema oggi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 datato, il software è ben costruito: è già diviso in livelli che comunicano via rete.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5623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73936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007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Interfaccia operatore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197510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“cruscotto” grafico. Si collega via rete ai programmi server.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386584"/>
            <a:ext cx="5623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532888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4597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 server (in C)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71600" y="273405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programma collega una porta di rete a una porta seriale.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145536"/>
            <a:ext cx="5623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2186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Apparato di rete (device master)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34930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Comtrol RTS espone 16 porte seriali in rete, via TCP/IP.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3904488"/>
            <a:ext cx="5623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050792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3977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Amplificatori RF e motori, collegati a porte seriali.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1627632"/>
            <a:ext cx="2258568" cy="2798064"/>
          </a:xfrm>
          <a:prstGeom prst="rect">
            <a:avLst/>
          </a:prstGeom>
          <a:solidFill>
            <a:srgbClr val="0F2A43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01968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buona notizia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01968" y="2240280"/>
            <a:ext cx="1965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server comunicano già via rete (TCP/IP).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nuova interfaccia su Windows deve solo collegarsi agli stessi indirizzi: il “motore” di comunicazione resta valido.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MAPPA DI RETE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Canali, porte e seriali (dai file originali)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Ricavata dai file BUNCHER/porte e start_servers_nuovi: ogni canale è un programma server che lega una porta TCP a una porta seriale del device master.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Canale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Porta TCP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Seriale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Tipo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Postchopper 1 LIN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ttySI64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Buncher 10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ttySI65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Buncher 5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ttySI67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Postchopper 1 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ttySI70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Buttafuori (Chopper)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ttySI71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Riserva (non attivo)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ttySI69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Cavità passiva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ttySI72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CEST Pre-Tandem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ttySI66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CEST Postchopper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ttySI68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737360"/>
            <a:ext cx="1143000" cy="2743200"/>
          </a:xfrm>
          <a:prstGeom prst="rect">
            <a:avLst/>
          </a:prstGeom>
          <a:solidFill>
            <a:srgbClr val="0F2A43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99248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master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99248" y="2194560"/>
            <a:ext cx="914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Comtrol 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porte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10.20.1.26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porte in uso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(abilitare da web)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MOTIVAZIONE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Perché conviene rinnovare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17320"/>
            <a:ext cx="91440" cy="1325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15636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 Linux instabile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1965960"/>
            <a:ext cx="3584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si blocca spesso; la virtualizzazione aggiunge fragilità e giri di rete inutili.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73168" y="141732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417320"/>
            <a:ext cx="91440" cy="1325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001768" y="15636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Grafica non portabile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1768" y="1965960"/>
            <a:ext cx="3584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Motif/X11: tecnologia legata a Linux, costruita con strumenti non più in uso.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292608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926080"/>
            <a:ext cx="91440" cy="1325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Dipendenza da una macchina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6968" y="3474720"/>
            <a:ext cx="3584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controllo è legato a quel PC; difficile spostarlo o averne una scorta pronta.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73168" y="292608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2926080"/>
            <a:ext cx="91440" cy="1325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5001768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Conoscenza a rischio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01768" y="3474720"/>
            <a:ext cx="3584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pensionamento si rischia di perdere il “sapere” sul sistema: va documentato.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rinnovamento risolve tutti questi punti — e questa documentazione mette al sicuro la conoscenza.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SOLUZIONE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webapp portatile per Windows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5448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Motore di comunicazione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collega via rete ai server dell'hardware (porte 6100–6108 e 6200/6201) e fa da ponte verso l'interfaccia.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73168" y="13716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55448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Interfaccia operatore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pagine nel browser che riproducono il “cruscotto” originale in versione moderna.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200400"/>
            <a:ext cx="8046720" cy="1371600"/>
          </a:xfrm>
          <a:prstGeom prst="rect">
            <a:avLst/>
          </a:prstGeom>
          <a:solidFill>
            <a:srgbClr val="EAF6F1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3101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cambia per l'operatore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657600"/>
            <a:ext cx="7726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avvia da un PC Windows in rete (anche da chiavetta, senza installazione)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lavora nel browser come prima, con gli stessi comandi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più VM Linux: meno blocchi, copia di scorta immediata. Hardware e server non vanno toccati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REALIZZATA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L'applicazione, in pratica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 è realizzata e funzionante nella cartella buncher-control — costruita senza alcuna dipendenza esterna, quindi affidabile e portatile anche su rete isolata.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931920" cy="1371600"/>
          </a:xfrm>
          <a:prstGeom prst="rect">
            <a:avLst/>
          </a:prstGeom>
          <a:solidFill>
            <a:srgbClr val="EAF6F1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Modalità simulazione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hardware. I valori sono generati internamente: ideale per dimostrazioni e didattica.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73168" y="1783080"/>
            <a:ext cx="3931920" cy="1371600"/>
          </a:xfrm>
          <a:prstGeom prst="rect">
            <a:avLst/>
          </a:prstGeom>
          <a:solidFill>
            <a:srgbClr val="E4EEF5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Modalità hardware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2860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collega ai server reali alle porte indicate e comanda davvero gli apparati.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337560"/>
            <a:ext cx="8046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429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si avvia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76732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Installare Node.js (una sola volta).   </a:t>
            </a:r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Doppio clic su AVVIA_simulazione.bat (o AVVIA_hardware.bat).   </a:t>
            </a:r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apre il browser su http://localhost:8080.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Protocollo dai sorgenti: “r” = reset · “!motore passi velocità” = movimento motore · Reference INT/EXT = bit 7, porta I/O 7 (server 6201).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pagine della nuova applicazione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17320"/>
            <a:ext cx="18745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600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Sinottico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2082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generale + stato e letture live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417320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417320"/>
            <a:ext cx="18745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600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Buncher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202082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 RF completi (5/10 MHz)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36592" y="1417320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417320"/>
            <a:ext cx="18745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1600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Postchopper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73752" y="202082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 RF (LIN e TAN)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75704" y="1417320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75704" y="1417320"/>
            <a:ext cx="18745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7"/>
          <p:cNvSpPr/>
          <p:nvPr/>
        </p:nvSpPr>
        <p:spPr>
          <a:xfrm>
            <a:off x="6912864" y="1600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Chopper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12864" y="202082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Pulsazione, interno/esterno, fase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2898648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2898648"/>
            <a:ext cx="18745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" y="30815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Cavità passiva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5528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 parametri ridotto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97480" y="2898648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97480" y="2898648"/>
            <a:ext cx="18745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0" y="30815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Selettore di fase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834640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Errore, offset e spostamento fase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36592" y="2898648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898648"/>
            <a:ext cx="18745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30815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73752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Tuner su/giù lento/veloce, Reference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75704" y="2898648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75704" y="2898648"/>
            <a:ext cx="18745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5" name="Text 33"/>
          <p:cNvSpPr/>
          <p:nvPr/>
        </p:nvSpPr>
        <p:spPr>
          <a:xfrm>
            <a:off x="6912864" y="30815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Automagico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912864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automatiche e log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STATO DEI LAVORI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Fatto e da completare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931920" cy="3108960"/>
          </a:xfrm>
          <a:prstGeom prst="rect">
            <a:avLst/>
          </a:prstGeom>
          <a:solidFill>
            <a:srgbClr val="EAF6F1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FATTO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Applicazione completa e funzionante (cartella buncher-control), provata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Architettura, mappa porte e protocollo ricavati dai file originali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canali.json con 7 canali RF + 2 server motori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corrette (campo RF: slider→volt→dbm→DAC)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Chopper con periodo = 5/2ⁿ e modalità dinamica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simulazione + hardware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73168" y="1417320"/>
            <a:ext cx="3931920" cy="3108960"/>
          </a:xfrm>
          <a:prstGeom prst="rect">
            <a:avLst/>
          </a:prstGeom>
          <a:solidFill>
            <a:srgbClr val="FCEEDD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DA COMPLETARE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Confermare sul reale il vocabolario esatto dei comandi RF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sistematica delle procedure “automagico”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sul campo con le 8 porte del device master abilitate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Eventuale singolo file .exe per la distribuzione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DIARIO DI SVILUPPO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percorso, fase per fase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35608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380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Inquadramento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70432" y="16367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Scopo: portare il software su Windows in forma portatile.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73168" y="1435608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85232" y="1380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Avvio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85232" y="16367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Analizzato il file di lancio: come parte il sistema.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2103120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Architettura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70432" y="2304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Ricostruiti i livelli e la mappa delle porte.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73168" y="2103120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85232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85232" y="2304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Confermati indirizzo, porte e collegamento.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2770632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Ricostruzione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70432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 di comunicazione e pagine principali.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2770632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85232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Configurazione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5232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canali.json dai file originali.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" y="3438144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70432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Verifiche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70432" y="36393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corrette; Reference INT/EXT sul codice.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3438144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85232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Pagine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285232" y="36393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Chopper, buncher, post-chopper riscritti.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" y="4105656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70432" y="4050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Applicazione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70432" y="430682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completa: simulazione + hardware.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163B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457200" cy="12801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riprendere il lavoro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556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file dell'applicazione (cartella buncher-control) sono pronti nel repository.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4140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Completare “automagico” e confermare i comandi RF sul lato grafico originale.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054096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07238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Provare sul campo collegandosi agli apparati reali (8 porte abilitate).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712464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7307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Eventualmente creare un singolo .exe per la distribuzione.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 di accompagnamento: documentazione .docx, presentazione .pptx, cartella buncher-control.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BUNCHER — Sintesi e Diario</dc:title>
  <dc:subject>PptxGenJS Presentation</dc:subject>
  <dc:creator>Progetto BUNCHER</dc:creator>
  <cp:lastModifiedBy>Progetto BUNCHER</cp:lastModifiedBy>
  <cp:revision>1</cp:revision>
  <dcterms:created xsi:type="dcterms:W3CDTF">2026-06-14T19:52:20Z</dcterms:created>
  <dcterms:modified xsi:type="dcterms:W3CDTF">2026-06-14T19:52:20Z</dcterms:modified>
</cp:coreProperties>
</file>